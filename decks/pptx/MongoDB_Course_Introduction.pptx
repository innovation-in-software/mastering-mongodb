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Mastering MongoDB.</a:t>
            </a:r>
          </a:p>
          <a:p/>
          <a:p>
            <a:r>
              <a:t>You will also see the heading: Document modeling, queries, aggregation, and production operations.</a:t>
            </a:r>
          </a:p>
          <a:p/>
          <a:p>
            <a:r>
              <a:t>The slide says: Innovation In Software · 3 days · Introductory to intermediate.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table — Course Agenda.</a:t>
            </a:r>
          </a:p>
          <a:p/>
          <a:p>
            <a:r>
              <a:t>The slide title is: Course Agenda.</a:t>
            </a:r>
          </a:p>
          <a:p/>
          <a:p>
            <a:r>
              <a:t>The slide says: Total: 8 modules · ~18 hours.</a:t>
            </a:r>
          </a:p>
          <a:p/>
          <a:p>
            <a:r>
              <a:t>The table header columns are: Day, Theme, Modules, Duration.</a:t>
            </a:r>
          </a:p>
          <a:p/>
          <a:p>
            <a:r>
              <a:t>Table row: **1**, Foundations, 1–3 Intro, install, modeling, ~6 h.</a:t>
            </a:r>
          </a:p>
          <a:p/>
          <a:p>
            <a:r>
              <a:t>Table row: **2**, Working with data, 4–5 Query language, aggregation, ~6 h.</a:t>
            </a:r>
          </a:p>
          <a:p/>
          <a:p>
            <a:r>
              <a:t>Table row: **3**, Performance and production, 6–8 Indexes, scale, practices, ~6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COURSE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Mastering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Document modeling, queries, aggregation, and production operations</a:t>
            </a:r>
          </a:p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Innovation In Software · 3 days · Introductory to intermediate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NoSQL &amp; MongoDB Basics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Data Modeling &amp;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Aggregation &amp; Indexing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Replication &amp; Sharding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Production Best Practices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COURSE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COURSE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COURSE INTRODUCTION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110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110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928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95144"/>
          <a:ext cx="11247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961"/>
                <a:gridCol w="3976483"/>
                <a:gridCol w="3976483"/>
                <a:gridCol w="1735193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Day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Theme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Modules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Duration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1–3 Intro, install,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~6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Working with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4–5 Query language, aggregation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~6 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Performance and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6–8 Indexes, scale, practices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~6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61688"/>
            <a:ext cx="11247120" cy="7680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407408"/>
            <a:ext cx="11027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45736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D5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45736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Nirmala UI"/>
              </a:rPr>
              <a:t>8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0180" y="4745736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F4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180" y="4745736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9690C"/>
                </a:solidFill>
                <a:latin typeface="Nirmala UI"/>
              </a:rPr>
              <a:t>~18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